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sa Anderson" userId="d8c565d2-4169-4fbc-9ad1-f074fd6492b1" providerId="ADAL" clId="{6CCE5C74-E7F1-409D-BD49-48D174F7992E}"/>
    <pc:docChg chg="undo custSel delSld modSld">
      <pc:chgData name="Lissa Anderson" userId="d8c565d2-4169-4fbc-9ad1-f074fd6492b1" providerId="ADAL" clId="{6CCE5C74-E7F1-409D-BD49-48D174F7992E}" dt="2026-05-06T16:32:11.036" v="253" actId="47"/>
      <pc:docMkLst>
        <pc:docMk/>
      </pc:docMkLst>
      <pc:sldChg chg="del">
        <pc:chgData name="Lissa Anderson" userId="d8c565d2-4169-4fbc-9ad1-f074fd6492b1" providerId="ADAL" clId="{6CCE5C74-E7F1-409D-BD49-48D174F7992E}" dt="2026-05-06T16:32:11.036" v="253" actId="47"/>
        <pc:sldMkLst>
          <pc:docMk/>
          <pc:sldMk cId="1879196031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40B0-2893-A4B6-03B1-0B89BBB6D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45F80-54C3-3101-00B6-622015864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54614-17E6-52D4-E047-BC7F3848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D20D-DBC3-0FEB-C463-2EB740E2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E7384-8165-9080-DD9D-8441C03D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28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D7C0-97B2-EBA9-2841-B24078A1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84523-2641-1D4C-F21C-7DB220461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7F38-FCBD-0729-9CE5-C8C18C9DD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7E9D2-4DD6-9C38-C349-06B30775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CECA1-9F01-B115-D276-3FAB15F4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2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DDFA8-0E63-CE59-3DCD-78E6A029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349AB-0AAC-8146-0785-6A81E8DAC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DBC1-D3C2-8B82-E7DB-C7B3821D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3DE9-50A7-D8BE-9969-E53E6EEF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E209-51A8-E5CC-D068-531ED348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0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FA9F-6B1D-1BF5-3A8B-E3377BE0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E0E27-7980-20D7-7417-CCD0AF97C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615DD-33C7-4859-1877-F2A47C7D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39F3B-D17F-FEFF-1FE7-0B05DA62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D205E-4ED8-FAA9-35B7-631C286D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2D0BE-E56E-F911-89F2-2D0230BB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7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DF5A3-364B-DBCC-5AE0-0F6EC8E6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6B214-C612-613A-D2D8-1411A5FFE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9D3BB-948C-22BE-D7A6-CDA9AB9C2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0896BD-4494-5F5A-9697-5A84A89F2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BE113-3184-8820-B54C-644A3AF32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4CF13B-1242-A114-1919-B1DA83D77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DC414-DE8B-2430-D58D-F776FF07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8E52D-C228-8B29-7B1D-294A4CC3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4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2E7A-38E6-DCC5-9D61-0769A46C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B551-06AF-4EB8-BCC2-48A2B331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F2F21-3138-AEB9-33EE-4DB2BC6A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EF0EF-66B1-36D2-28A2-6F22339A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8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C602A-2F0B-F583-3D0C-CB605741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BB1F7-3F0A-833F-B0D7-883C1589B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4D82B-C826-CEEC-8AA3-CFCED7FD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B6CA-0E8C-3ED3-794B-954F14ED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B72AE-3725-5D62-E53E-5B1792BEB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F7CAF-B07C-4127-F054-DD7418B0A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4CC5B-D050-E4FC-4E72-69A88886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FEA03-3327-BD61-2A7E-B37F95F3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63127-6A24-731B-A85E-203727B1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0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96E4-17B9-0E10-40BB-07C5504D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9F096-D5D2-C055-05EB-6468B100D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8FBC4-BE92-A30A-AAFF-B178C084A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57D3F-155B-239B-9E09-B8DDA0BDD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BDE6F-F990-4BB8-2F6D-43CA98E7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61D3E-73AD-E06C-6F44-FE653099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0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F678-14C1-C01E-E451-BAB2E48E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D5F5C-DF49-D05E-5CF8-077618B67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60FF0-2330-582A-F7B7-1633214D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90610-AD29-E98D-D994-F04B08A0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E3822-D9CE-AE1E-0488-F172E53C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7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8D16E-0799-8985-75D3-1702BCD26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58F3E-D4CE-8BA8-1CFA-08833BB01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B7232-FF08-4823-9029-765742E0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D17C9-3072-EB8B-D016-B8E8CA6FC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D7355-7444-E343-EE67-6693A2CE1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0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9D52B-2456-5707-4A7F-2E8A3DACF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B6F80-14EB-0658-3AD0-0FF590BA4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95A89-770C-084D-3A35-E41D30F2A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285FD-D841-4234-AED2-00E444484F1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08E3F-F5B3-6DCC-F78F-D1874D463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E620F-BCA2-B0E1-7D56-CA932E7D8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F65BF-A9F4-4968-A8D8-C4ABB3477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9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9C05A3-C1AD-993C-4230-720CD6BD1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43" y="206729"/>
            <a:ext cx="1831975" cy="49530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BDAE71-3CD6-23CA-A9E2-D1A35F783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43" y="1358594"/>
            <a:ext cx="914400" cy="130302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A1F624-75F1-7C43-2AEC-F8953D166DD2}"/>
              </a:ext>
            </a:extLst>
          </p:cNvPr>
          <p:cNvSpPr txBox="1"/>
          <p:nvPr/>
        </p:nvSpPr>
        <p:spPr>
          <a:xfrm>
            <a:off x="1198180" y="1825438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Seinfeld (Jerry)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14492-3142-1EE3-A6C1-CB6D1B4D9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43" y="2816491"/>
            <a:ext cx="914400" cy="1225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DB1320-0799-EE8A-20F9-1F1A1B337A5B}"/>
              </a:ext>
            </a:extLst>
          </p:cNvPr>
          <p:cNvSpPr txBox="1"/>
          <p:nvPr/>
        </p:nvSpPr>
        <p:spPr>
          <a:xfrm>
            <a:off x="1198180" y="3244333"/>
            <a:ext cx="193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Grey’s Anatomy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7451D2-F1A6-8A75-D35A-4CC6A80AE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181" y="1364643"/>
            <a:ext cx="914400" cy="12207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4B93D6-CD1A-C14E-4CC1-E543CB0F75B3}"/>
              </a:ext>
            </a:extLst>
          </p:cNvPr>
          <p:cNvSpPr txBox="1"/>
          <p:nvPr/>
        </p:nvSpPr>
        <p:spPr>
          <a:xfrm>
            <a:off x="4628607" y="17492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Big Bang Theory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4C5B6A-D32E-365F-F9F3-7889C61127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7222" y="2840734"/>
            <a:ext cx="1828800" cy="10241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D90B04-F657-81F9-6A95-F6A75E2BFC0E}"/>
              </a:ext>
            </a:extLst>
          </p:cNvPr>
          <p:cNvSpPr txBox="1"/>
          <p:nvPr/>
        </p:nvSpPr>
        <p:spPr>
          <a:xfrm>
            <a:off x="5525372" y="3168132"/>
            <a:ext cx="1860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Young Sheldon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6D5958-9073-4372-A799-4847858AE8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5659" y="4030867"/>
            <a:ext cx="914400" cy="12207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283CF7-96FC-BCC1-FB7B-45D644A3C930}"/>
              </a:ext>
            </a:extLst>
          </p:cNvPr>
          <p:cNvSpPr txBox="1"/>
          <p:nvPr/>
        </p:nvSpPr>
        <p:spPr>
          <a:xfrm>
            <a:off x="4716341" y="4456586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Curb (Larry)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BAF82E-BC65-5F3F-4108-BE4900632C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5181" y="5417641"/>
            <a:ext cx="914400" cy="12254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A7391E2-8B0E-BAA3-BCAC-070729914E35}"/>
              </a:ext>
            </a:extLst>
          </p:cNvPr>
          <p:cNvSpPr txBox="1"/>
          <p:nvPr/>
        </p:nvSpPr>
        <p:spPr>
          <a:xfrm>
            <a:off x="4561622" y="574504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VEEP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72CC76-C033-1BBF-E05E-9889A8776B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8958" y="1364643"/>
            <a:ext cx="1371600" cy="10273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73A8DE-F3F2-5B4D-2228-E1EAFE9EE476}"/>
              </a:ext>
            </a:extLst>
          </p:cNvPr>
          <p:cNvSpPr txBox="1"/>
          <p:nvPr/>
        </p:nvSpPr>
        <p:spPr>
          <a:xfrm>
            <a:off x="8249584" y="174923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Friends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309C1E-CD43-6520-55B5-567F250748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1758" y="4030867"/>
            <a:ext cx="1828800" cy="10241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97A6015-5194-1834-B43C-A4914B15FD51}"/>
              </a:ext>
            </a:extLst>
          </p:cNvPr>
          <p:cNvSpPr txBox="1"/>
          <p:nvPr/>
        </p:nvSpPr>
        <p:spPr>
          <a:xfrm>
            <a:off x="8140558" y="4358265"/>
            <a:ext cx="183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West Wing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71AD2D-CA3D-E76F-7A29-C276E90D6F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343" y="4193678"/>
            <a:ext cx="914400" cy="13566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C403BF9-7FC4-442D-2472-B81AD2DCDFD0}"/>
              </a:ext>
            </a:extLst>
          </p:cNvPr>
          <p:cNvSpPr txBox="1"/>
          <p:nvPr/>
        </p:nvSpPr>
        <p:spPr>
          <a:xfrm>
            <a:off x="1125596" y="4717452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Grace and Frankie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FAF33B5-4F81-2264-B32E-E09722C2AA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343" y="5637229"/>
            <a:ext cx="914400" cy="12207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797A0F4-B5B8-6C5C-0D00-4F9C89637732}"/>
              </a:ext>
            </a:extLst>
          </p:cNvPr>
          <p:cNvSpPr txBox="1"/>
          <p:nvPr/>
        </p:nvSpPr>
        <p:spPr>
          <a:xfrm>
            <a:off x="1096743" y="606294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Poldark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B3BA97F-2DA8-ED2F-8400-B037F93EBC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5075" y="-10418"/>
            <a:ext cx="1263883" cy="9144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46F10-D7A7-2A06-773A-4D511001E38E}"/>
              </a:ext>
            </a:extLst>
          </p:cNvPr>
          <p:cNvCxnSpPr>
            <a:cxnSpLocks/>
          </p:cNvCxnSpPr>
          <p:nvPr/>
        </p:nvCxnSpPr>
        <p:spPr>
          <a:xfrm flipV="1">
            <a:off x="0" y="880099"/>
            <a:ext cx="12192000" cy="681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40F8F51-9E62-6207-FE3C-1DD7CAC6C124}"/>
              </a:ext>
            </a:extLst>
          </p:cNvPr>
          <p:cNvCxnSpPr>
            <a:cxnSpLocks/>
          </p:cNvCxnSpPr>
          <p:nvPr/>
        </p:nvCxnSpPr>
        <p:spPr>
          <a:xfrm>
            <a:off x="3378200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1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DCB525-946C-6D84-B0B8-0BECC52A2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44" y="90211"/>
            <a:ext cx="1828800" cy="6033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3DE06-437C-4F6E-5F5D-961D98E96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52" y="1169439"/>
            <a:ext cx="914400" cy="12917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F5B57A-9BB7-E9CD-2FB7-2F82CD15C6C4}"/>
              </a:ext>
            </a:extLst>
          </p:cNvPr>
          <p:cNvSpPr txBox="1"/>
          <p:nvPr/>
        </p:nvSpPr>
        <p:spPr>
          <a:xfrm>
            <a:off x="1271752" y="1630659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Family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7EA4F-FA99-52EE-8181-38FF71B72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52" y="2609008"/>
            <a:ext cx="914400" cy="1220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61AFC6-C40E-D033-4144-D5082C5E8EDB}"/>
              </a:ext>
            </a:extLst>
          </p:cNvPr>
          <p:cNvSpPr txBox="1"/>
          <p:nvPr/>
        </p:nvSpPr>
        <p:spPr>
          <a:xfrm>
            <a:off x="1271751" y="303472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Frasier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929A1F-C3B3-D0CD-6A65-CC801EFC7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452" y="4016303"/>
            <a:ext cx="1371600" cy="7680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3709DF-9B7A-4CA5-150E-334735055F4C}"/>
              </a:ext>
            </a:extLst>
          </p:cNvPr>
          <p:cNvSpPr txBox="1"/>
          <p:nvPr/>
        </p:nvSpPr>
        <p:spPr>
          <a:xfrm>
            <a:off x="1694944" y="421568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EA2F88-3A90-BBBE-7243-300B828BAC9D}"/>
              </a:ext>
            </a:extLst>
          </p:cNvPr>
          <p:cNvSpPr txBox="1"/>
          <p:nvPr/>
        </p:nvSpPr>
        <p:spPr>
          <a:xfrm>
            <a:off x="1694944" y="512322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M*A*S*H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364190-E40B-57BD-866F-912BDBC82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9167" y="90211"/>
            <a:ext cx="2286000" cy="6999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15CA29-BA79-637A-59D6-599DF35CFF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036" y="1210414"/>
            <a:ext cx="914400" cy="12098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BA87E3-3C02-CC5D-CE56-4539A66EB34F}"/>
              </a:ext>
            </a:extLst>
          </p:cNvPr>
          <p:cNvSpPr txBox="1"/>
          <p:nvPr/>
        </p:nvSpPr>
        <p:spPr>
          <a:xfrm>
            <a:off x="4986146" y="1630659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Office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7AA8633-6C30-83F4-4D32-F5D82E0FC5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2036" y="2609008"/>
            <a:ext cx="914400" cy="13790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6D0369-F6A0-52C9-C0F7-2E34787B0CB3}"/>
              </a:ext>
            </a:extLst>
          </p:cNvPr>
          <p:cNvSpPr txBox="1"/>
          <p:nvPr/>
        </p:nvSpPr>
        <p:spPr>
          <a:xfrm>
            <a:off x="4921570" y="3113889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Parks and Recreation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621133-2DC2-004E-CD02-23A3603036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2036" y="4176875"/>
            <a:ext cx="914400" cy="13740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1A601B-2624-BA0B-F1F8-927C7AFCDE90}"/>
              </a:ext>
            </a:extLst>
          </p:cNvPr>
          <p:cNvSpPr txBox="1"/>
          <p:nvPr/>
        </p:nvSpPr>
        <p:spPr>
          <a:xfrm>
            <a:off x="4986146" y="4679258"/>
            <a:ext cx="151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Yellowstone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CA5C3E-1909-580D-E965-292FD78A6F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0857" y="51980"/>
            <a:ext cx="1311047" cy="7761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FB2DA1C-29FC-BD03-0E9C-03B7EC3313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8981" y="1416486"/>
            <a:ext cx="1371600" cy="9127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BD5F8B3-A2BE-FB26-4CB6-D52DB00CE214}"/>
              </a:ext>
            </a:extLst>
          </p:cNvPr>
          <p:cNvSpPr txBox="1"/>
          <p:nvPr/>
        </p:nvSpPr>
        <p:spPr>
          <a:xfrm>
            <a:off x="9342615" y="1688189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CBS Evening News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F15FF0E-4193-C61B-FD77-9C2EAB99F3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4781" y="2637972"/>
            <a:ext cx="1371600" cy="10273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7BCD02-252D-6CCA-EEE1-EA16D4C33E40}"/>
              </a:ext>
            </a:extLst>
          </p:cNvPr>
          <p:cNvSpPr txBox="1"/>
          <p:nvPr/>
        </p:nvSpPr>
        <p:spPr>
          <a:xfrm>
            <a:off x="10013886" y="2966994"/>
            <a:ext cx="1932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Downton Abbey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1473B9-36A3-EC62-9A6C-7352843323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168" y="4901359"/>
            <a:ext cx="1391697" cy="914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59AED5-B8F5-6A49-43E4-3C0717CE2DD6}"/>
              </a:ext>
            </a:extLst>
          </p:cNvPr>
          <p:cNvCxnSpPr>
            <a:cxnSpLocks/>
          </p:cNvCxnSpPr>
          <p:nvPr/>
        </p:nvCxnSpPr>
        <p:spPr>
          <a:xfrm flipV="1">
            <a:off x="0" y="880099"/>
            <a:ext cx="12192000" cy="681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0E4BE4-0474-0BF6-4BC6-602FED3B3524}"/>
              </a:ext>
            </a:extLst>
          </p:cNvPr>
          <p:cNvCxnSpPr>
            <a:cxnSpLocks/>
          </p:cNvCxnSpPr>
          <p:nvPr/>
        </p:nvCxnSpPr>
        <p:spPr>
          <a:xfrm>
            <a:off x="3378200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851AD7-41C8-676D-7D55-55C9824547F5}"/>
              </a:ext>
            </a:extLst>
          </p:cNvPr>
          <p:cNvCxnSpPr>
            <a:cxnSpLocks/>
          </p:cNvCxnSpPr>
          <p:nvPr/>
        </p:nvCxnSpPr>
        <p:spPr>
          <a:xfrm>
            <a:off x="7586134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24C91FB-F6E3-81AE-A993-88E5CB0433B7}"/>
              </a:ext>
            </a:extLst>
          </p:cNvPr>
          <p:cNvCxnSpPr>
            <a:cxnSpLocks/>
          </p:cNvCxnSpPr>
          <p:nvPr/>
        </p:nvCxnSpPr>
        <p:spPr>
          <a:xfrm>
            <a:off x="7586134" y="3988103"/>
            <a:ext cx="4605866" cy="28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E0090B1-A93F-8F44-B85E-D39A670B4A6E}"/>
              </a:ext>
            </a:extLst>
          </p:cNvPr>
          <p:cNvSpPr txBox="1"/>
          <p:nvPr/>
        </p:nvSpPr>
        <p:spPr>
          <a:xfrm>
            <a:off x="7664826" y="4075140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Shows to add:</a:t>
            </a:r>
          </a:p>
        </p:txBody>
      </p:sp>
    </p:spTree>
    <p:extLst>
      <p:ext uri="{BB962C8B-B14F-4D97-AF65-F5344CB8AC3E}">
        <p14:creationId xmlns:p14="http://schemas.microsoft.com/office/powerpoint/2010/main" val="556252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36450eb-db06-42a7-8d1b-026719f701e3}" enabled="0" method="" siteId="{a36450eb-db06-42a7-8d1b-026719f701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50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Lissa Anderson</dc:creator>
  <cp:lastModifiedBy>Lissa Anderson</cp:lastModifiedBy>
  <cp:revision>1</cp:revision>
  <dcterms:created xsi:type="dcterms:W3CDTF">2026-01-10T18:24:13Z</dcterms:created>
  <dcterms:modified xsi:type="dcterms:W3CDTF">2026-05-06T16:32:15Z</dcterms:modified>
</cp:coreProperties>
</file>